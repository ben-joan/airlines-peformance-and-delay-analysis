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5D06-3552-690D-E4A2-B41C7BDB4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C5925-175E-46E5-0B3A-D65D7CDD1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8BDB1-F70B-EF1C-B7C5-26EC2466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DFDD-0EBF-0697-A44C-5C50C53C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64174-B6FA-5849-6896-D2780536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3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3C9B-4DEB-A993-F482-BBDB7677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A9067-3EEA-C001-64A4-214593B19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3DFB-0928-C24E-8F94-49F83034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670A-B029-042F-C4AA-F00BD965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3393-F61F-5A8B-BC6A-9019B657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4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14E2-7FDC-C0AD-2B81-2F16093B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91009-89F4-676C-4D03-48B5872B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B9872-3189-1ECD-B38E-8624D68E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12B5-DCBE-4660-237F-FB1A1872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58B2-AD32-B423-F0D7-DDD1AB01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1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7527-0FFE-41A9-EAF9-46293A78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BDB7F-1859-680D-14E5-972721790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7D23-83A5-660C-D8F0-B49FC2924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19D1-7856-2416-657C-A591CECF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4FC97-A99A-D26C-2E1E-27EC2774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BDC39-15AF-BE39-9909-1E7F3FF2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2914-8454-31E8-D26E-3E0D8917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618D9-2C8B-87A8-AA82-7473AAAD0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AF557-A15D-0CDB-D361-7AA424D1B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2A3CF-E292-99D2-B52E-2DFC6DA62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9711F-8DC1-922D-E1E4-B6D987691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D0AE5-D40D-0854-564C-9FF3AAD7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3CD2C-52CF-DA0A-9D7C-1618B505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DE3B6-AB4A-2DF6-AEB4-ACEEFDB8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8912-8F2A-524D-5D81-0A838F2A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69549-38AB-C1AA-F521-A9EACD22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3AF16-D5DB-380E-0038-DEFD858E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1BD78-E0B4-9F04-84DD-126A9D28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3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81941-6584-E3FE-586B-81DA475D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40DAD-69F1-6A83-CEB9-468A56F9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977C9-927C-80BC-09ED-74C4E462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FAC-4BDC-8304-3743-B7F01EC27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07D8-24BA-CCF9-BFAB-E34944047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02E4F-DB24-83F2-0ADF-880E76977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4D4C7-4CC5-9A89-82BE-FF4BFEE4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6229A-B10C-DFC3-C4CC-82FA1DD1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88DEC-FAFD-E02E-FBAA-8FF57049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CFEF-353D-7EC7-3BBD-B3A67992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90834-9627-E42C-8105-EDBE82F31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15FA9-6E62-E50F-782F-32581E580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D2223-48DE-5000-5DB5-2B21C4CB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9410A-D9BA-1D1F-2151-3B4EE7DE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395AD-9599-D490-375B-9136E3C6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4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64C-1CA2-A527-87CC-AC663BBE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96743-9A23-B4B3-C43B-5DF3C5720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F5D1C-0453-ED69-6063-2E4D31D0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21D5-1B54-AF64-3A84-6553A1E3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FEDF-3B26-987F-5415-2CFF8F82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0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3214AB-8AA9-D72E-0076-B2336983D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6B429-7A6A-AFAC-B6F1-ACE484D41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64C43-CA1D-D26D-B34B-BCE2318A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FD87-4C78-1D17-A792-DC7AA6E1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FA51-17B2-CC8F-3625-8F6F4EBD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8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E2593-318F-7B8D-C001-1D016543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C2444-E5B5-BBFA-B0DF-B7D6C6332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A0BA9-D551-D414-C4AF-200DD6190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9A539-3A08-4EA4-80E4-3C87E476F6E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60AD-BBF7-95C2-EA74-38CAF7464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4963-8E84-A93F-ED8B-1B59666FB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45051-9AA0-4911-8741-F7FC88A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6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435B21-7B3C-9D15-8DB5-C7FB44A462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0F5F2-2840-F51B-BC55-A3A84D9393A7}"/>
              </a:ext>
            </a:extLst>
          </p:cNvPr>
          <p:cNvSpPr/>
          <p:nvPr/>
        </p:nvSpPr>
        <p:spPr>
          <a:xfrm>
            <a:off x="508958" y="586596"/>
            <a:ext cx="11683042" cy="62714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38927-1EBB-B0F9-51AC-D42F46F0E5C9}"/>
              </a:ext>
            </a:extLst>
          </p:cNvPr>
          <p:cNvSpPr/>
          <p:nvPr/>
        </p:nvSpPr>
        <p:spPr>
          <a:xfrm>
            <a:off x="5644551" y="2225615"/>
            <a:ext cx="6484189" cy="44684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6A725-751D-78AE-A64C-1B3C793BC065}"/>
              </a:ext>
            </a:extLst>
          </p:cNvPr>
          <p:cNvSpPr/>
          <p:nvPr/>
        </p:nvSpPr>
        <p:spPr>
          <a:xfrm>
            <a:off x="691551" y="2225616"/>
            <a:ext cx="4833668" cy="21824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8FE0C-16E0-68A5-2B4C-558C7F84F99A}"/>
              </a:ext>
            </a:extLst>
          </p:cNvPr>
          <p:cNvSpPr/>
          <p:nvPr/>
        </p:nvSpPr>
        <p:spPr>
          <a:xfrm>
            <a:off x="659921" y="4494362"/>
            <a:ext cx="4865298" cy="2199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1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232C83-0324-8C9F-3886-7B963F89334C}"/>
              </a:ext>
            </a:extLst>
          </p:cNvPr>
          <p:cNvSpPr txBox="1"/>
          <p:nvPr/>
        </p:nvSpPr>
        <p:spPr>
          <a:xfrm>
            <a:off x="1882588" y="2106706"/>
            <a:ext cx="6938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Blue shade - #0d6abf</a:t>
            </a:r>
          </a:p>
          <a:p>
            <a:endParaRPr lang="en-US" dirty="0"/>
          </a:p>
          <a:p>
            <a:r>
              <a:rPr lang="en-US" dirty="0"/>
              <a:t>Other - #41a4ff</a:t>
            </a:r>
          </a:p>
        </p:txBody>
      </p:sp>
    </p:spTree>
    <p:extLst>
      <p:ext uri="{BB962C8B-B14F-4D97-AF65-F5344CB8AC3E}">
        <p14:creationId xmlns:p14="http://schemas.microsoft.com/office/powerpoint/2010/main" val="121454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435B21-7B3C-9D15-8DB5-C7FB44A462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0F5F2-2840-F51B-BC55-A3A84D9393A7}"/>
              </a:ext>
            </a:extLst>
          </p:cNvPr>
          <p:cNvSpPr/>
          <p:nvPr/>
        </p:nvSpPr>
        <p:spPr>
          <a:xfrm>
            <a:off x="508958" y="586596"/>
            <a:ext cx="11683042" cy="62714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38927-1EBB-B0F9-51AC-D42F46F0E5C9}"/>
              </a:ext>
            </a:extLst>
          </p:cNvPr>
          <p:cNvSpPr/>
          <p:nvPr/>
        </p:nvSpPr>
        <p:spPr>
          <a:xfrm>
            <a:off x="7799719" y="2225615"/>
            <a:ext cx="4329022" cy="44684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6A725-751D-78AE-A64C-1B3C793BC065}"/>
              </a:ext>
            </a:extLst>
          </p:cNvPr>
          <p:cNvSpPr/>
          <p:nvPr/>
        </p:nvSpPr>
        <p:spPr>
          <a:xfrm>
            <a:off x="691551" y="2225616"/>
            <a:ext cx="6925574" cy="21824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8FE0C-16E0-68A5-2B4C-558C7F84F99A}"/>
              </a:ext>
            </a:extLst>
          </p:cNvPr>
          <p:cNvSpPr/>
          <p:nvPr/>
        </p:nvSpPr>
        <p:spPr>
          <a:xfrm>
            <a:off x="659921" y="4494362"/>
            <a:ext cx="6957204" cy="2199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2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435B21-7B3C-9D15-8DB5-C7FB44A462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0F5F2-2840-F51B-BC55-A3A84D9393A7}"/>
              </a:ext>
            </a:extLst>
          </p:cNvPr>
          <p:cNvSpPr/>
          <p:nvPr/>
        </p:nvSpPr>
        <p:spPr>
          <a:xfrm>
            <a:off x="508958" y="586596"/>
            <a:ext cx="11683042" cy="62714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38927-1EBB-B0F9-51AC-D42F46F0E5C9}"/>
              </a:ext>
            </a:extLst>
          </p:cNvPr>
          <p:cNvSpPr/>
          <p:nvPr/>
        </p:nvSpPr>
        <p:spPr>
          <a:xfrm>
            <a:off x="7799719" y="3838755"/>
            <a:ext cx="4329022" cy="28553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6A725-751D-78AE-A64C-1B3C793BC065}"/>
              </a:ext>
            </a:extLst>
          </p:cNvPr>
          <p:cNvSpPr/>
          <p:nvPr/>
        </p:nvSpPr>
        <p:spPr>
          <a:xfrm>
            <a:off x="691551" y="2225616"/>
            <a:ext cx="6925574" cy="21824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8FE0C-16E0-68A5-2B4C-558C7F84F99A}"/>
              </a:ext>
            </a:extLst>
          </p:cNvPr>
          <p:cNvSpPr/>
          <p:nvPr/>
        </p:nvSpPr>
        <p:spPr>
          <a:xfrm>
            <a:off x="659921" y="4494362"/>
            <a:ext cx="6957204" cy="2199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1CCC0A-F65E-6201-698A-921F3017BCFE}"/>
              </a:ext>
            </a:extLst>
          </p:cNvPr>
          <p:cNvSpPr/>
          <p:nvPr/>
        </p:nvSpPr>
        <p:spPr>
          <a:xfrm>
            <a:off x="7799718" y="2225616"/>
            <a:ext cx="4329022" cy="15182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1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Joan C</dc:creator>
  <cp:lastModifiedBy>Ben Joan C</cp:lastModifiedBy>
  <cp:revision>6</cp:revision>
  <dcterms:created xsi:type="dcterms:W3CDTF">2025-11-22T07:07:06Z</dcterms:created>
  <dcterms:modified xsi:type="dcterms:W3CDTF">2025-11-24T13:26:36Z</dcterms:modified>
</cp:coreProperties>
</file>